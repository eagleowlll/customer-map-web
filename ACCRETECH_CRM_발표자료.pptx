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52160"/>
            <a:ext cx="12192000" cy="548640"/>
          </a:xfrm>
          <a:prstGeom prst="rect">
            <a:avLst/>
          </a:prstGeom>
          <a:solidFill>
            <a:srgbClr val="162D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ACCRETECH KOREA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 시스템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반영 완료 및 신기능 사용 안내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1005840" cy="384048"/>
          </a:xfrm>
          <a:prstGeom prst="rect">
            <a:avLst>
              <a:gd name="adj" fmla="val 11905"/>
            </a:avLst>
          </a:prstGeom>
          <a:solidFill>
            <a:srgbClr val="1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사항 수정 완료 및 기능 추가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1640" y="184708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847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강화 — 권한 분리 및 열람 로그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91640" y="221284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2128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기술 상세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91640" y="257860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257860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의사록 기능 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005840" cy="384048"/>
          </a:xfrm>
          <a:prstGeom prst="rect">
            <a:avLst>
              <a:gd name="adj" fmla="val 11905"/>
            </a:avLst>
          </a:prstGeom>
          <a:solidFill>
            <a:srgbClr val="1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56616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신기능 사용 방법 안내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91640" y="404164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40416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레포트 기능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91640" y="440740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440740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재고관리 기능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91640" y="4773168"/>
            <a:ext cx="54864" cy="2011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24" name="Text 22"/>
          <p:cNvSpPr/>
          <p:nvPr/>
        </p:nvSpPr>
        <p:spPr>
          <a:xfrm>
            <a:off x="1874520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실적현황 &amp; 발주관리 워크플로우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자료 보안 체계 구축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 |  보안 강화 — 권한 분리 및 열람 로그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1/3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468880" cy="960120"/>
          </a:xfrm>
          <a:prstGeom prst="rect">
            <a:avLst>
              <a:gd name="adj" fmla="val 9524"/>
            </a:avLst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열람 권한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73736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EF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2468880" cy="960120"/>
          </a:xfrm>
          <a:prstGeom prst="rect">
            <a:avLst>
              <a:gd name="adj" fmla="val 9524"/>
            </a:avLst>
          </a:prstGeom>
          <a:solidFill>
            <a:srgbClr val="2D5A9E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546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자료 접근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173736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EF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852160" y="1508760"/>
            <a:ext cx="2468880" cy="960120"/>
          </a:xfrm>
          <a:prstGeom prst="rect">
            <a:avLst>
              <a:gd name="adj" fmla="val 9524"/>
            </a:avLst>
          </a:prstGeom>
          <a:solidFill>
            <a:srgbClr val="1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521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자료 접근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173736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EF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49640" y="1508760"/>
            <a:ext cx="2468880" cy="960120"/>
          </a:xfrm>
          <a:prstGeom prst="rect">
            <a:avLst>
              <a:gd name="adj" fmla="val 9524"/>
            </a:avLst>
          </a:pr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964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전체 제어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2633472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외 PDF 열람 · 다운로드 자동 차단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172968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10896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열람 및 다운로드 시 로그 자동 기록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584448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발생 시 접근 이력 추적 가능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10515600" cy="640080"/>
          </a:xfrm>
          <a:prstGeom prst="rect">
            <a:avLst>
              <a:gd name="adj" fmla="val 11429"/>
            </a:avLst>
          </a:prstGeom>
          <a:solidFill>
            <a:srgbClr val="F0F4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51960"/>
            <a:ext cx="73152" cy="640080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51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"누가, 언제, 어떤 자료를 봤는지 전부 기록됩니다"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다층 보안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 |  보안 기술 상세 — 얼마나 안전한가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2/3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 Auth — 이메일 기반 세션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제어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Row Level Security (RLS) — DB 레벨 접근 제어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URL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Signed URL (10분 만료) — 링크 복사해도 시간 지나면 무효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 Bucket — 직접 URL 접근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통신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Service Role Key는 서버 전용 — 클라이언트에 노출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자료 접근 이력 DB 기록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349240"/>
            <a:ext cx="10515600" cy="502920"/>
          </a:xfrm>
          <a:prstGeom prst="rect">
            <a:avLst>
              <a:gd name="adj" fmla="val 14545"/>
            </a:avLst>
          </a:prstGeom>
          <a:solidFill>
            <a:srgbClr val="F0F4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5349240"/>
            <a:ext cx="73152" cy="502920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349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한 줄 요약:  프론트엔드 노출 최소화  +  DB 레벨 이중 잠금  →  안전한 보안 설계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의사록 기능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 |  현장 서비스 레포트 — PDF 자동 생성 + 전자 서명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3/3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앱 설치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설치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계정 생성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생성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QR코드 스캔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항목 多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입력으로 최소화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서명 실패 시 재요청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안정적인 터치 서명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983480"/>
            <a:ext cx="10515600" cy="640080"/>
          </a:xfrm>
          <a:prstGeom prst="rect">
            <a:avLst>
              <a:gd name="adj" fmla="val 11429"/>
            </a:avLst>
          </a:prstGeom>
          <a:solidFill>
            <a:srgbClr val="F0FAF4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4983480"/>
            <a:ext cx="73152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9834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작업 내용 입력 후 레포트 버튼 클릭  →  담당자 정보 자동 입력  →  서명  →  PDF 즉시 생성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92000" cy="12801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78608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B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9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신기능 사용 방법 안내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 사용법은 이미 안내드렸으므로, 새롭게 추가된 기능 위주로 설명합니다.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레포트 — 사용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 |  서비스 레포트 기능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1/3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527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상세 페이지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075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선택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4173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5544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527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레포트 추가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075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4173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5544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1527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내용 입력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2075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방문경위·조치·협의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3558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레포트 버튼 클릭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단계 시작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2461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33832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33558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진행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→ 고객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3246120"/>
            <a:ext cx="3200400" cy="1325880"/>
          </a:xfrm>
          <a:prstGeom prst="rect">
            <a:avLst>
              <a:gd name="adj" fmla="val 6897"/>
            </a:avLst>
          </a:prstGeom>
          <a:solidFill>
            <a:srgbClr val="F8FA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3383280"/>
            <a:ext cx="457200" cy="457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33558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생성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8096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생성·다운로드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029200"/>
            <a:ext cx="10515600" cy="658368"/>
          </a:xfrm>
          <a:prstGeom prst="rect">
            <a:avLst>
              <a:gd name="adj" fmla="val 11111"/>
            </a:avLst>
          </a:prstGeom>
          <a:solidFill>
            <a:srgbClr val="F0F4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5029200"/>
            <a:ext cx="73152" cy="658368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02920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자동 입력:  고객사명 · 담당자 · 부서 · 연락처 · 엔지니어 이름 · 장비 정보 · 서명란 이름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재고관리 — 요청·승인 기반 추적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 |  재고관리 기능  |  홍세미 책임과의 실무 협의를 통해 제작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2/3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463040"/>
            <a:ext cx="2743200" cy="1188720"/>
          </a:xfrm>
          <a:prstGeom prst="rect">
            <a:avLst>
              <a:gd name="adj" fmla="val 9231"/>
            </a:avLst>
          </a:prstGeom>
          <a:solidFill>
            <a:srgbClr val="2D5A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4813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불출 요청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항목·수량 선택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ECEF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2743200" cy="1188720"/>
          </a:xfrm>
          <a:prstGeom prst="rect">
            <a:avLst>
              <a:gd name="adj" fmla="val 9231"/>
            </a:avLst>
          </a:prstGeom>
          <a:solidFill>
            <a:srgbClr val="1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4813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처리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20848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책임자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ECEF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863840" y="1463040"/>
            <a:ext cx="2743200" cy="1188720"/>
          </a:xfrm>
          <a:prstGeom prst="rect">
            <a:avLst>
              <a:gd name="adj" fmla="val 9231"/>
            </a:avLst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4813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알림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0" y="20848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완료 통보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283464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불출 시 요청 → 승인 2단계 프로세스 적용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310128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무단 불출 방지 및 재고 흐름 추적 가능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164592" cy="164592"/>
          </a:xfrm>
          <a:prstGeom prst="rect">
            <a:avLst>
              <a:gd name="adj" fmla="val 22222"/>
            </a:avLst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785616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등록 기능으로 대량 입력 지원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10515600" cy="1298448"/>
          </a:xfrm>
          <a:prstGeom prst="rect">
            <a:avLst>
              <a:gd name="adj" fmla="val 5634"/>
            </a:avLst>
          </a:prstGeom>
          <a:solidFill>
            <a:srgbClr val="F8F9F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462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순서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77316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재고관리 페이지 이동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047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불출 요청 버튼 클릭 → 항목·수량 선택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321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담당 책임자가 승인 처리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5961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승인 완료 시 자동 알림 발송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없이 — 한 페이지에서 전 과정 관리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 |  실적현황 &amp; 발주관리  |  김승인 사원, 박미정 책임(영업관리)과의 협의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51560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D5A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3/3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029200" cy="329184"/>
          </a:xfrm>
          <a:prstGeom prst="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프로세스 (9단계)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029200" cy="256032"/>
          </a:xfrm>
          <a:prstGeom prst="rect">
            <a:avLst/>
          </a:prstGeom>
          <a:solidFill>
            <a:srgbClr val="F8F9FB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190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납기 문의 메일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116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납기 확인 후 견적 발행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5029200" cy="256032"/>
          </a:xfrm>
          <a:prstGeom prst="rect">
            <a:avLst/>
          </a:prstGeom>
          <a:solidFill>
            <a:srgbClr val="F8F9FB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042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발주서 회신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9689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발주서 메일 전달 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89504"/>
            <a:ext cx="5029200" cy="256032"/>
          </a:xfrm>
          <a:prstGeom prst="rect">
            <a:avLst/>
          </a:prstGeom>
          <a:solidFill>
            <a:srgbClr val="F8F9FB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95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주문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82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출하일정 메일 발신 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5029200" cy="256032"/>
          </a:xfrm>
          <a:prstGeom prst="rect">
            <a:avLst/>
          </a:prstGeom>
          <a:solidFill>
            <a:srgbClr val="F8F9FB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747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 메일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673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 세금계산서 발행 요청 메일 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5029200" cy="256032"/>
          </a:xfrm>
          <a:prstGeom prst="rect">
            <a:avLst/>
          </a:prstGeom>
          <a:solidFill>
            <a:srgbClr val="F8F9FB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599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 발행 후 완료 메일 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1325880"/>
            <a:ext cx="5029200" cy="329184"/>
          </a:xfrm>
          <a:prstGeom prst="rect">
            <a:avLst>
              <a:gd name="adj" fmla="val 16667"/>
            </a:avLst>
          </a:prstGeom>
          <a:solidFill>
            <a:srgbClr val="2D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13258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프로세스 (4단계)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1719072"/>
            <a:ext cx="5029200" cy="420624"/>
          </a:xfrm>
          <a:prstGeom prst="rect">
            <a:avLst>
              <a:gd name="adj" fmla="val 8696"/>
            </a:avLst>
          </a:prstGeom>
          <a:solidFill>
            <a:srgbClr val="F0FAF4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719072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견적 발행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194560"/>
            <a:ext cx="5029200" cy="420624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19456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발주서 등록 (파일 업로드)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2670048"/>
            <a:ext cx="5029200" cy="420624"/>
          </a:xfrm>
          <a:prstGeom prst="rect">
            <a:avLst>
              <a:gd name="adj" fmla="val 8696"/>
            </a:avLst>
          </a:prstGeom>
          <a:solidFill>
            <a:srgbClr val="F0FAF4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670048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영업관리 확인 후 주문 처리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3145536"/>
            <a:ext cx="5029200" cy="420624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145536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세금계산서 발행 요청 (버튼 클릭)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10515600" cy="960120"/>
          </a:xfrm>
          <a:prstGeom prst="rect">
            <a:avLst>
              <a:gd name="adj" fmla="val 7619"/>
            </a:avLst>
          </a:prstGeom>
          <a:solidFill>
            <a:srgbClr val="F0F4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754880"/>
            <a:ext cx="73152" cy="960120"/>
          </a:xfrm>
          <a:prstGeom prst="rect">
            <a:avLst/>
          </a:prstGeom>
          <a:solidFill>
            <a:srgbClr val="2D5A9E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828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담당자별 자동 알림 — 놓치거나 누락될 일 없음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" y="51206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진행 중인 모든 건을 한 페이지에서 확인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54132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납기 정보 실시간 표시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1097280"/>
          </a:xfrm>
          <a:prstGeom prst="rect">
            <a:avLst/>
          </a:prstGeom>
          <a:solidFill>
            <a:srgbClr val="162D5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지속적으로 실무자 의견을 반영하여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중입니다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B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사항은 언제든지 말씀해 주세요.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ACCRETECH KOREA CRM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ACCRETECH KOREA</dc:creator>
  <cp:lastModifiedBy>ACCRETECH KOREA</cp:lastModifiedBy>
  <cp:revision>1</cp:revision>
  <dcterms:created xsi:type="dcterms:W3CDTF">2026-05-28T08:03:30Z</dcterms:created>
  <dcterms:modified xsi:type="dcterms:W3CDTF">2026-05-28T08:03:30Z</dcterms:modified>
</cp:coreProperties>
</file>